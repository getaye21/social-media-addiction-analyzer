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06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46E5016-0F5E-8AC4-2D1B-00D1E2E5A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45059DD-A465-EF67-B09B-8E72067AC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BE970E0-F45D-A4B5-0010-880AF4FB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80D0C3F-E3DB-068C-78DB-A3BE6E359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81947E6-6FC3-C27B-94F2-D26A65DA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837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DD803CB-E48F-0631-F9CA-4DDEBE5B8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BE69F7-966B-1F1D-1EC6-AA3B330EE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196F309-4AA5-4FF0-3D97-17C25EF36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402320E-17BA-363C-BF42-0089F8CE0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E5935A9-8CDF-5DC8-FD08-9EEA7E0A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3036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3E4383-B9D6-3B5A-05E9-4D08117E5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0B88FD6-AAD4-9FCD-9F62-3DCCD1D9F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AC3B8A9-ABDD-661F-C72A-89CA47FC6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3242718-A78B-8A64-06DB-B2A5D1876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700D786-4F63-8706-889D-4FA58B86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672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D60F4D-4DBF-E614-5CE3-AF1AFF0B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208430E-65A2-112B-71BE-2B026D4A6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7C9D40F-DA3E-2092-3904-9DB9FE85A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CAA6652-A28A-77E6-C7F9-E24BB585F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B267733-1401-3D0B-2742-B8C8882F6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CBE8D58-E34D-FE3F-D9FC-3F4AF7364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3536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D613D7-FF11-8181-0D88-D3E8FD474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8DFD970-AD2D-48B5-1442-485C50465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6FF4E70-7C7A-3CE2-D049-88D66F745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C77B040-3605-F59A-63D4-2F3B88545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D26698C-6F6D-0A34-A35F-F4440959B7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81E9D52C-5627-5955-6E60-3C2C9D13A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DCB50543-D207-AC77-FC03-7F5F7AC17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16721F4F-AE6B-B6D0-C0D5-2C74D1B6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7890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35A8EA-5348-E547-D6CC-08CA72ACE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8AA8214-B846-81C4-A463-DF01C14F6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5F4FDCF-F006-E6F4-58F1-8DEA8DE0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1E79DEA-C52A-55F7-F743-078DAF127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9952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4B2E385-18F7-950D-C629-10D8C02F7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DD0C3D9C-A6DF-FBB8-E671-B9B4B419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EB30CBC-6F96-7CC4-CE7F-140137F8A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181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15A7E2-9C82-6EB7-380D-E4B9A0DC1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5AA6AEA-7DD2-9C3D-9C7B-82F4DBD2B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1A8201C-936B-2E3F-7859-4C2E8ABF8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A8CADE5-6113-C582-692C-3BD6DFC69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13AF4D6-B6E0-C6A0-7E7F-35D7E2CB6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6B18058-833E-A90B-026A-33DB9687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190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2A8A3D-6F3A-072F-DE49-D8293E004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5B0E658-136A-985A-A58A-6FB08ACF2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27691C6-29D4-BAA3-96EE-0181BE65F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63EEE65-BA3A-E96C-3350-C3E49918F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5619377-14BB-7333-2E34-835DFB34E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6551272-75F7-D658-2CFF-DBA40E52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5110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8C12912-2596-1551-11B3-6615E0C1E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7FC328D-1E25-99C1-F415-B131E4E378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0511B91-EB6E-0434-935D-FD3A35AD8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C3901EA-455C-1A9C-72A2-D7AA3902D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61775B2-54ED-AEF6-FC02-A152451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0456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4525E1CB-6C06-970A-B843-71B0D75EB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A05CF58-1031-76E4-7267-A795AD415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564B027-7C7D-0F36-CA81-537662540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4518860-249A-C5A8-8F80-E6566E726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D3B1AC3-F901-11CD-C53C-76DCC77F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1927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46E5016-0F5E-8AC4-2D1B-00D1E2E5A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45059DD-A465-EF67-B09B-8E72067AC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BE970E0-F45D-A4B5-0010-880AF4FB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80D0C3F-E3DB-068C-78DB-A3BE6E359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81947E6-6FC3-C27B-94F2-D26A65DA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1826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DD803CB-E48F-0631-F9CA-4DDEBE5B8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BE69F7-966B-1F1D-1EC6-AA3B330EE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196F309-4AA5-4FF0-3D97-17C25EF36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402320E-17BA-363C-BF42-0089F8CE0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E5935A9-8CDF-5DC8-FD08-9EEA7E0A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8149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3E4383-B9D6-3B5A-05E9-4D08117E5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0B88FD6-AAD4-9FCD-9F62-3DCCD1D9F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AC3B8A9-ABDD-661F-C72A-89CA47FC6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3242718-A78B-8A64-06DB-B2A5D1876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700D786-4F63-8706-889D-4FA58B86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2267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D60F4D-4DBF-E614-5CE3-AF1AFF0B5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208430E-65A2-112B-71BE-2B026D4A6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7C9D40F-DA3E-2092-3904-9DB9FE85A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CAA6652-A28A-77E6-C7F9-E24BB585F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B267733-1401-3D0B-2742-B8C8882F6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CBE8D58-E34D-FE3F-D9FC-3F4AF7364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6924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D613D7-FF11-8181-0D88-D3E8FD474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8DFD970-AD2D-48B5-1442-485C50465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6FF4E70-7C7A-3CE2-D049-88D66F745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C77B040-3605-F59A-63D4-2F3B88545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D26698C-6F6D-0A34-A35F-F4440959B7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81E9D52C-5627-5955-6E60-3C2C9D13A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DCB50543-D207-AC77-FC03-7F5F7AC17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16721F4F-AE6B-B6D0-C0D5-2C74D1B6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1312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35A8EA-5348-E547-D6CC-08CA72ACE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8AA8214-B846-81C4-A463-DF01C14F6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5F4FDCF-F006-E6F4-58F1-8DEA8DE0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1E79DEA-C52A-55F7-F743-078DAF127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0507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04B2E385-18F7-950D-C629-10D8C02F7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DD0C3D9C-A6DF-FBB8-E671-B9B4B419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EB30CBC-6F96-7CC4-CE7F-140137F8A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28570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B15A7E2-9C82-6EB7-380D-E4B9A0DC1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5AA6AEA-7DD2-9C3D-9C7B-82F4DBD2B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1A8201C-936B-2E3F-7859-4C2E8ABF8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A8CADE5-6113-C582-692C-3BD6DFC69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13AF4D6-B6E0-C6A0-7E7F-35D7E2CB6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6B18058-833E-A90B-026A-33DB9687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001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2A8A3D-6F3A-072F-DE49-D8293E004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5B0E658-136A-985A-A58A-6FB08ACF26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27691C6-29D4-BAA3-96EE-0181BE65F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63EEE65-BA3A-E96C-3350-C3E49918F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5619377-14BB-7333-2E34-835DFB34E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6551272-75F7-D658-2CFF-DBA40E52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3521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8C12912-2596-1551-11B3-6615E0C1E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7FC328D-1E25-99C1-F415-B131E4E378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0511B91-EB6E-0434-935D-FD3A35AD8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C3901EA-455C-1A9C-72A2-D7AA3902D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61775B2-54ED-AEF6-FC02-A152451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5329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4525E1CB-6C06-970A-B843-71B0D75EB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A05CF58-1031-76E4-7267-A795AD415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564B027-7C7D-0F36-CA81-537662540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4518860-249A-C5A8-8F80-E6566E726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D3B1AC3-F901-11CD-C53C-76DCC77F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283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22E18050-D79D-6289-487B-CAF49989D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F509D05-DB0E-B486-1D3E-231BF4685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283EAB5-1FE7-05FE-6FB8-566BC56E49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0648E19-837E-2FD8-D4A6-DBFEA7670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ABE7F33-43B6-C86C-A9D6-CF52B5131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04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22E18050-D79D-6289-487B-CAF49989D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F509D05-DB0E-B486-1D3E-231BF4685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283EAB5-1FE7-05FE-6FB8-566BC56E49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C9900-C3E3-4868-9EB4-B3703338638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0648E19-837E-2FD8-D4A6-DBFEA7670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ABE7F33-43B6-C86C-A9D6-CF52B5131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9B735-6007-4824-B1CF-A6891F0841A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26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DBBA47B-0481-2BFF-5CF2-2259027CB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2950" y="324091"/>
            <a:ext cx="7917083" cy="6134582"/>
          </a:xfrm>
        </p:spPr>
        <p:txBody>
          <a:bodyPr>
            <a:normAutofit fontScale="85000" lnSpcReduction="20000"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Addis Ababa University</a:t>
            </a:r>
            <a:br>
              <a:rPr lang="en-US" sz="3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lang="en-US" sz="34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Department of Computer Science</a:t>
            </a:r>
            <a:endParaRPr lang="en-US" sz="3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Addis Ababa, Ethiopia </a:t>
            </a:r>
            <a:endParaRPr lang="en-US" sz="2100" b="1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100" b="1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100" b="1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100" b="1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/>
              <a:t>Machine Learning (</a:t>
            </a:r>
            <a:r>
              <a:rPr lang="en-US" sz="3000" dirty="0" err="1"/>
              <a:t>CoSc</a:t>
            </a:r>
            <a:r>
              <a:rPr lang="en-US" sz="3000" dirty="0"/>
              <a:t> 6041)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Addiction Risk </a:t>
            </a:r>
            <a:r>
              <a:rPr 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Analyzer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Supervised Learning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with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AdaBoost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No.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Getaye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Fiseha			GSE/6132/18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			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 Dr.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Yaregal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March 14, 2026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AU | Addis Ababa University">
            <a:extLst>
              <a:ext uri="{FF2B5EF4-FFF2-40B4-BE49-F238E27FC236}">
                <a16:creationId xmlns="" xmlns:a16="http://schemas.microsoft.com/office/drawing/2014/main" id="{56F6AAEE-E760-C8D1-22BA-1BAA0BEA1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1" y="1624555"/>
            <a:ext cx="15240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6113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EE90CC2-693E-17ED-4E30-D332897E5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D4C60A-9CF8-9A49-C2CA-EEAB57C8C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6327"/>
            <a:ext cx="7886700" cy="588154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Project Overview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E1D90C6-2CA7-E2FC-A02B-69E6D5085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72" y="694481"/>
            <a:ext cx="7886700" cy="6057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📌 What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is it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web-based ML application that predicts social media       addiction risk using behavioral patterns  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🎯 Goal                                                   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Provide data-driven, personalized risk assessment and recommendations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for digital wellness                          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👥 Target Users                                         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&amp; young adults                                    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Researchers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digital wellness                            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Mental health professionals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General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public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559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EE90CC2-693E-17ED-4E30-D332897E5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D4C60A-9CF8-9A49-C2CA-EEAB57C8C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6327"/>
            <a:ext cx="7886700" cy="588154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Problem Statement &amp; Motivation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E1D90C6-2CA7-E2FC-A02B-69E6D5085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94481"/>
            <a:ext cx="8763000" cy="6057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anose="02020603050405020304" pitchFamily="18" charset="0"/>
              </a:rPr>
              <a:t>🌍 </a:t>
            </a:r>
            <a:r>
              <a:rPr lang="en-US" sz="2400" b="1" dirty="0" smtClean="0">
                <a:latin typeface="Times New Roman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itchFamily="18" charset="0"/>
                <a:cs typeface="Times New Roman" panose="02020603050405020304" pitchFamily="18" charset="0"/>
              </a:rPr>
              <a:t>Social Media </a:t>
            </a:r>
            <a:r>
              <a:rPr lang="en-US" sz="2400" b="1" dirty="0" smtClean="0">
                <a:latin typeface="Times New Roman" pitchFamily="18" charset="0"/>
                <a:cs typeface="Times New Roman" panose="02020603050405020304" pitchFamily="18" charset="0"/>
              </a:rPr>
              <a:t>Challenge                            </a:t>
            </a:r>
            <a:endParaRPr lang="en-US" sz="2400" b="1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📈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4.9 billion social media users worldwide               </a:t>
            </a:r>
          </a:p>
          <a:p>
            <a:pPr marL="457200" lvl="1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user spends 2.5 hours/day on social media      </a:t>
            </a:r>
          </a:p>
          <a:p>
            <a:pPr marL="457200" lvl="1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in 3 young adults show signs of problematic use      </a:t>
            </a:r>
          </a:p>
          <a:p>
            <a:pPr marL="457200" lvl="1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📉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anxiety, depression, poor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sleep</a:t>
            </a: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✅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Our Solution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ML approach for objective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analysis with instant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tracking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trends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web-based platform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5264" y="2770414"/>
            <a:ext cx="1847850" cy="407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0968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EE90CC2-693E-17ED-4E30-D332897E5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D4C60A-9CF8-9A49-C2CA-EEAB57C8C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6327"/>
            <a:ext cx="7886700" cy="588154"/>
          </a:xfrm>
        </p:spPr>
        <p:txBody>
          <a:bodyPr>
            <a:normAutofit/>
          </a:bodyPr>
          <a:lstStyle/>
          <a:p>
            <a:r>
              <a:rPr lang="en-US" sz="3200" b="1" smtClean="0">
                <a:latin typeface="Times New Roman" pitchFamily="18" charset="0"/>
                <a:cs typeface="Times New Roman" pitchFamily="18" charset="0"/>
              </a:rPr>
              <a:t>Features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E1D90C6-2CA7-E2FC-A02B-69E6D5085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94481"/>
            <a:ext cx="8839200" cy="6057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📊 </a:t>
            </a:r>
            <a:r>
              <a:rPr lang="en-US" sz="2400" b="1" dirty="0" smtClean="0"/>
              <a:t>Input Features</a:t>
            </a:r>
            <a:r>
              <a:rPr lang="en-US" sz="2400" b="1" dirty="0" smtClean="0">
                <a:latin typeface="Times New Roman" pitchFamily="18" charset="0"/>
                <a:cs typeface="Times New Roman" panose="02020603050405020304" pitchFamily="18" charset="0"/>
              </a:rPr>
              <a:t>                            </a:t>
            </a:r>
          </a:p>
          <a:p>
            <a:pPr marL="0" indent="0">
              <a:buNone/>
            </a:pPr>
            <a:endParaRPr lang="en-US" sz="2400" b="1" dirty="0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/>
              <a:t>🎯 </a:t>
            </a:r>
            <a:r>
              <a:rPr lang="en-US" sz="2400" b="1" dirty="0" smtClean="0"/>
              <a:t>Risk </a:t>
            </a:r>
            <a:r>
              <a:rPr lang="en-US" sz="2400" b="1" dirty="0"/>
              <a:t>Classification </a:t>
            </a:r>
            <a:r>
              <a:rPr lang="en-US" sz="2400" b="1" dirty="0" smtClean="0"/>
              <a:t>Thresholds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29" y="1100818"/>
            <a:ext cx="4860471" cy="2382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343400"/>
            <a:ext cx="5333999" cy="2481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122589"/>
            <a:ext cx="3429000" cy="2360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47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EE90CC2-693E-17ED-4E30-D332897E5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D4C60A-9CF8-9A49-C2CA-EEAB57C8C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6327"/>
            <a:ext cx="7886700" cy="588154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User Interface &amp; Features 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E1D90C6-2CA7-E2FC-A02B-69E6D5085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94481"/>
            <a:ext cx="8357772" cy="6057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🌐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Public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Access (No Login</a:t>
            </a:r>
            <a:r>
              <a:rPr lang="en-US" sz="2400" b="1" dirty="0" smtClean="0">
                <a:latin typeface="Times New Roman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sz="2400" b="1" dirty="0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👤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Registered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User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Features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👑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Admin Features</a:t>
            </a:r>
          </a:p>
          <a:p>
            <a:pPr marL="0" indent="0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938" y="1219200"/>
            <a:ext cx="4048125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938" y="2525486"/>
            <a:ext cx="4143375" cy="156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735286"/>
            <a:ext cx="4181475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2841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EE90CC2-693E-17ED-4E30-D332897E5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D4C60A-9CF8-9A49-C2CA-EEAB57C8C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6327"/>
            <a:ext cx="7886700" cy="588154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Deployment  and 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Achievements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E1D90C6-2CA7-E2FC-A02B-69E6D5085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94481"/>
            <a:ext cx="8357772" cy="60571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🚀 </a:t>
            </a:r>
            <a:r>
              <a:rPr lang="en-US" sz="2400" b="1" dirty="0" smtClean="0">
                <a:latin typeface="Times New Roman" pitchFamily="18" charset="0"/>
                <a:cs typeface="Times New Roman" panose="02020603050405020304" pitchFamily="18" charset="0"/>
              </a:rPr>
              <a:t>Deployment Architecture</a:t>
            </a:r>
          </a:p>
          <a:p>
            <a:pPr marL="0" indent="0">
              <a:buNone/>
            </a:pPr>
            <a:endParaRPr lang="en-US" sz="2400" b="1" dirty="0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 smtClean="0">
              <a:latin typeface="Times New Roman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✅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Achievements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🌐 Live Demo                                            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https://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huggingface.co/spaces/Getaye/social-media-addiction-analyzer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025" y="685800"/>
            <a:ext cx="3905250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200400"/>
            <a:ext cx="4105275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041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 rot="19646462">
            <a:off x="2448309" y="2529213"/>
            <a:ext cx="400533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7590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</TotalTime>
  <Words>168</Words>
  <Application>Microsoft Office PowerPoint</Application>
  <PresentationFormat>On-screen Show (4:3)</PresentationFormat>
  <Paragraphs>75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Office Theme</vt:lpstr>
      <vt:lpstr>1_Office Theme</vt:lpstr>
      <vt:lpstr>2_Office Theme</vt:lpstr>
      <vt:lpstr>PowerPoint Presentation</vt:lpstr>
      <vt:lpstr>Project Overview</vt:lpstr>
      <vt:lpstr>Problem Statement &amp; Motivation</vt:lpstr>
      <vt:lpstr>Features</vt:lpstr>
      <vt:lpstr> User Interface &amp; Features </vt:lpstr>
      <vt:lpstr> Deployment  and Achievements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AHADU</dc:creator>
  <cp:lastModifiedBy>AHADU</cp:lastModifiedBy>
  <cp:revision>18</cp:revision>
  <dcterms:created xsi:type="dcterms:W3CDTF">2006-08-16T00:00:00Z</dcterms:created>
  <dcterms:modified xsi:type="dcterms:W3CDTF">2026-03-14T06:30:44Z</dcterms:modified>
</cp:coreProperties>
</file>